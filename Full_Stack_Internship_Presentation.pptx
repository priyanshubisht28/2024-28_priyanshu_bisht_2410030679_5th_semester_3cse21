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5.png"/><Relationship Id="rId7" Type="http://schemas.openxmlformats.org/officeDocument/2006/relationships/image" Target="../media/image17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3.pn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3224A"/>
          </a:solidFill>
        </p:spPr>
      </p:sp>
      <p:sp>
        <p:nvSpPr>
          <p:cNvPr id="3" name="Shape 1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" name="Shape 2"/>
          <p:cNvSpPr/>
          <p:nvPr/>
        </p:nvSpPr>
        <p:spPr>
          <a:xfrm>
            <a:off x="731520" y="685800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5" name="Image 0" descr="/home/claude/pptx/icons/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855768"/>
            <a:ext cx="283464" cy="2269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06040"/>
            <a:ext cx="10515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STACK DEVELOPMENT INTERNSHIP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42900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FC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Practical Internship Submission — B.Tech CSE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" y="4114800"/>
            <a:ext cx="2926080" cy="0"/>
          </a:xfrm>
          <a:prstGeom prst="line">
            <a:avLst/>
          </a:prstGeom>
          <a:noFill/>
          <a:ln w="25400">
            <a:solidFill>
              <a:srgbClr val="00C2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44348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8B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Student: 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Priyanshu Bisht (2410030679)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47548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8B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Programme: 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CSE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50749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8B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University: 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5394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8B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Organization: 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Thiranex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57150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8B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Duration: 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August 2026 – 05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and how the internship was carried 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46888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/home/claude/pptx/icons/build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1652" y="2640330"/>
            <a:ext cx="257175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3832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703320"/>
            <a:ext cx="228600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Thiranex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520440" y="214884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7700" y="246888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1" name="Image 1" descr="/home/claude/pptx/icons/user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581" y="2640330"/>
            <a:ext cx="300038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33832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ROLE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703320"/>
            <a:ext cx="228600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0" y="214884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38060" y="246888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6" name="Image 2" descr="/home/claude/pptx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941" y="2640330"/>
            <a:ext cx="300038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37960" y="33832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3703320"/>
            <a:ext cx="228600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Aug 2026 – 05 Sep 2026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(One Month)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281160" y="214884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18420" y="246888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1" name="Image 3" descr="/home/claude/pptx/icons/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9870" y="264033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18320" y="33832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PURPOSE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9418320" y="3703320"/>
            <a:ext cx="228600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Gain hands-on, practical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experience in full stack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development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this internship set out to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658368" cy="65836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6" name="Image 0" descr="/home/claude/pptx/icons/gradC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46222"/>
            <a:ext cx="329184" cy="2636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2024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Full Stack Development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04288"/>
            <a:ext cx="41148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working knowledge of both client-side and server-side development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48840"/>
            <a:ext cx="658368" cy="65836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11" name="Image 1" descr="/home/claude/pptx/icons/laptop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346222"/>
            <a:ext cx="329184" cy="2636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Web Applications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304288"/>
            <a:ext cx="41148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Applying concepts by building four complete, functional applications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38328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794760"/>
            <a:ext cx="658368" cy="65836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16" name="Image 2" descr="/home/claude/pptx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977354"/>
            <a:ext cx="329184" cy="293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356616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&amp; Backend Understanding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3950208"/>
            <a:ext cx="41148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how UI, logic, and data layers work together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38328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794760"/>
            <a:ext cx="658368" cy="65836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21" name="Image 3" descr="/home/claude/pptx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406" y="3959352"/>
            <a:ext cx="288036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356616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Integration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3950208"/>
            <a:ext cx="41148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Storing and retrieving application data reliably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02920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5440680"/>
            <a:ext cx="658368" cy="65836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26" name="Image 4" descr="/home/claude/pptx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46" y="5605272"/>
            <a:ext cx="288036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91640" y="52120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691640" y="5596128"/>
            <a:ext cx="41148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Implementing secure login and access control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63640" y="502920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5440680"/>
            <a:ext cx="658368" cy="65836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31" name="Image 5" descr="/home/claude/pptx/icons/pl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5605272"/>
            <a:ext cx="246888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315200" y="52120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Development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7315200" y="5596128"/>
            <a:ext cx="41148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REST APIs to connect frontend and backend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Technologies and Tools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9032" y="2240280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6" name="Image 0" descr="/home/claude/pptx/icons/monit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764" y="2397514"/>
            <a:ext cx="283464" cy="252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971800"/>
            <a:ext cx="18653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097280" y="3355848"/>
            <a:ext cx="1170432" cy="0"/>
          </a:xfrm>
          <a:prstGeom prst="line">
            <a:avLst/>
          </a:prstGeom>
          <a:noFill/>
          <a:ln w="12700">
            <a:solidFill>
              <a:srgbClr val="00C2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502152"/>
            <a:ext cx="1810512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HTML5, CSS3, JavaScript (ES6+)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[Confirm framework — e.g., React.js]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[Confirm CSS framework, if any]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98648" y="196596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240280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12" name="Image 1" descr="/home/claude/pptx/icons/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38201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08376" y="2971800"/>
            <a:ext cx="18653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3355848" y="3355848"/>
            <a:ext cx="1170432" cy="0"/>
          </a:xfrm>
          <a:prstGeom prst="line">
            <a:avLst/>
          </a:prstGeom>
          <a:noFill/>
          <a:ln w="12700">
            <a:solidFill>
              <a:srgbClr val="00C2B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035808" y="3502152"/>
            <a:ext cx="1810512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[Confirm runtime/framework —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e.g., Node.js with Express.js]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RESTful API architecture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157216" y="196596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16168" y="2240280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18" name="Image 2" descr="/home/claude/pptx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617" y="2382012"/>
            <a:ext cx="248031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66944" y="2971800"/>
            <a:ext cx="18653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614416" y="3355848"/>
            <a:ext cx="1170432" cy="0"/>
          </a:xfrm>
          <a:prstGeom prst="line">
            <a:avLst/>
          </a:prstGeom>
          <a:noFill/>
          <a:ln w="12700">
            <a:solidFill>
              <a:srgbClr val="00C2B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294376" y="3502152"/>
            <a:ext cx="1810512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[Confirm database used —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e.g., MongoDB / MySQL /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PostgreSQL]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415784" y="196596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74736" y="2240280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24" name="Image 3" descr="/home/claude/pptx/icons/git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184" y="2382012"/>
            <a:ext cx="248031" cy="2834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25512" y="2971800"/>
            <a:ext cx="18653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7872984" y="3355848"/>
            <a:ext cx="1170432" cy="0"/>
          </a:xfrm>
          <a:prstGeom prst="line">
            <a:avLst/>
          </a:prstGeom>
          <a:noFill/>
          <a:ln w="12700">
            <a:solidFill>
              <a:srgbClr val="00C2B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52944" y="3502152"/>
            <a:ext cx="1810512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[Confirm platform — e.g., GitHub]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674352" y="196596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433304" y="2240280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30" name="Image 4" descr="/home/claude/pptx/icons/tool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5036" y="2382012"/>
            <a:ext cx="283464" cy="28346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84080" y="2971800"/>
            <a:ext cx="18653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 Tools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10131552" y="3355848"/>
            <a:ext cx="1170432" cy="0"/>
          </a:xfrm>
          <a:prstGeom prst="line">
            <a:avLst/>
          </a:prstGeom>
          <a:noFill/>
          <a:ln w="12700">
            <a:solidFill>
              <a:srgbClr val="00C2B2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9811512" y="3502152"/>
            <a:ext cx="1810512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editor (e.g., VS Code)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[Confirm API testing tool,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used — e.g., Postman]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B1730"/>
          </a:solidFill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1 OF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14400" cy="914400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6" name="Image 0" descr="/home/claude/pptx/icons/idC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68003"/>
            <a:ext cx="457200" cy="4071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965960"/>
            <a:ext cx="338328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Personal Portfolio Website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461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20440"/>
            <a:ext cx="338328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an online platform to professionally showcase skills, projects, education, and achievements.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594360"/>
            <a:ext cx="694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FEATURES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26280" y="1042416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4" name="Text 11"/>
          <p:cNvSpPr txBox="1"/>
          <p:nvPr/>
        </p:nvSpPr>
        <p:spPr>
          <a:xfrm>
            <a:off x="4782312" y="905256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 / profile section with skills overview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1463040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6" name="Text 13"/>
          <p:cNvSpPr txBox="1"/>
          <p:nvPr/>
        </p:nvSpPr>
        <p:spPr>
          <a:xfrm>
            <a:off x="4782312" y="1325880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Projects showcase section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26280" y="1883664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8" name="Text 15"/>
          <p:cNvSpPr txBox="1"/>
          <p:nvPr/>
        </p:nvSpPr>
        <p:spPr>
          <a:xfrm>
            <a:off x="4782312" y="1746504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 and achievements timeline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26280" y="2304288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20" name="Text 17"/>
          <p:cNvSpPr txBox="1"/>
          <p:nvPr/>
        </p:nvSpPr>
        <p:spPr>
          <a:xfrm>
            <a:off x="4782312" y="2167128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 section / contact form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26280" y="2724912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22" name="Text 19"/>
          <p:cNvSpPr txBox="1"/>
          <p:nvPr/>
        </p:nvSpPr>
        <p:spPr>
          <a:xfrm>
            <a:off x="4782312" y="2587752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layout for all devices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3291840"/>
            <a:ext cx="694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26280" y="3657600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26280" y="3657600"/>
            <a:ext cx="61264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276088" y="3657600"/>
            <a:ext cx="523037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276088" y="3657600"/>
            <a:ext cx="523037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936285" y="365760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36285" y="3657600"/>
            <a:ext cx="106070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134149" y="3657600"/>
            <a:ext cx="1150315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134149" y="3657600"/>
            <a:ext cx="1150315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[Framework]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26280" y="4297680"/>
            <a:ext cx="6949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09160" y="4498848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4" name="Image 1" descr="/home/claude/pptx/icons/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85" y="4658868"/>
            <a:ext cx="240030" cy="32004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486400" y="44074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LEARNING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0" y="4681728"/>
            <a:ext cx="5852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Strengthened frontend structuring, responsive design, and presenting information clearly to an audience.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B1730"/>
          </a:solidFill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2 OF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14400" cy="914400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6" name="Image 0" descr="/home/claude/pptx/icons/checkSqu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1143000"/>
            <a:ext cx="40005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965960"/>
            <a:ext cx="338328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Task Management Application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461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20440"/>
            <a:ext cx="338328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an organized system for creating, updating, tracking, and managing tasks.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594360"/>
            <a:ext cx="694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FEATURES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26280" y="1042416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4" name="Text 11"/>
          <p:cNvSpPr txBox="1"/>
          <p:nvPr/>
        </p:nvSpPr>
        <p:spPr>
          <a:xfrm>
            <a:off x="4782312" y="905256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Create, edit, and delete tasks (CRUD)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1463040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6" name="Text 13"/>
          <p:cNvSpPr txBox="1"/>
          <p:nvPr/>
        </p:nvSpPr>
        <p:spPr>
          <a:xfrm>
            <a:off x="4782312" y="1325880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 tasks as complete / pending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26280" y="1883664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8" name="Text 15"/>
          <p:cNvSpPr txBox="1"/>
          <p:nvPr/>
        </p:nvSpPr>
        <p:spPr>
          <a:xfrm>
            <a:off x="4782312" y="1746504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categorization and status tracking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26280" y="2304288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20" name="Text 17"/>
          <p:cNvSpPr txBox="1"/>
          <p:nvPr/>
        </p:nvSpPr>
        <p:spPr>
          <a:xfrm>
            <a:off x="4782312" y="2167128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authentication for personal task lists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26280" y="2724912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22" name="Text 19"/>
          <p:cNvSpPr txBox="1"/>
          <p:nvPr/>
        </p:nvSpPr>
        <p:spPr>
          <a:xfrm>
            <a:off x="4782312" y="2587752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task dashboard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3291840"/>
            <a:ext cx="694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26280" y="3657600"/>
            <a:ext cx="881482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26280" y="3657600"/>
            <a:ext cx="88148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544922" y="3657600"/>
            <a:ext cx="791870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544922" y="3657600"/>
            <a:ext cx="79187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73952" y="3657600"/>
            <a:ext cx="881482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73952" y="3657600"/>
            <a:ext cx="88148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92594" y="3657600"/>
            <a:ext cx="523037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2594" y="3657600"/>
            <a:ext cx="523037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26280" y="4297680"/>
            <a:ext cx="6949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09160" y="4498848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4" name="Image 1" descr="/home/claude/pptx/icons/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85" y="4658868"/>
            <a:ext cx="240030" cy="32004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486400" y="44074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LEARNING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0" y="4681728"/>
            <a:ext cx="5852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Gained practical experience with CRUD operations, state management, and connecting a UI to a backend API.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B1730"/>
          </a:solidFill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3 OF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14400" cy="914400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6" name="Image 0" descr="/home/claude/pptx/icons/c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68003"/>
            <a:ext cx="457200" cy="4071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965960"/>
            <a:ext cx="338328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E-Commerce Web Application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461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20440"/>
            <a:ext cx="338328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an online platform where users can browse products, manage a shopping cart, and place orders.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594360"/>
            <a:ext cx="694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FEATURES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26280" y="1042416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4" name="Text 11"/>
          <p:cNvSpPr txBox="1"/>
          <p:nvPr/>
        </p:nvSpPr>
        <p:spPr>
          <a:xfrm>
            <a:off x="4782312" y="905256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catalog with details and pricing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1463040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6" name="Text 13"/>
          <p:cNvSpPr txBox="1"/>
          <p:nvPr/>
        </p:nvSpPr>
        <p:spPr>
          <a:xfrm>
            <a:off x="4782312" y="1325880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to cart / update quantity / remove item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26280" y="1883664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8" name="Text 15"/>
          <p:cNvSpPr txBox="1"/>
          <p:nvPr/>
        </p:nvSpPr>
        <p:spPr>
          <a:xfrm>
            <a:off x="4782312" y="1746504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Checkout and order placement flow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26280" y="2304288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20" name="Text 17"/>
          <p:cNvSpPr txBox="1"/>
          <p:nvPr/>
        </p:nvSpPr>
        <p:spPr>
          <a:xfrm>
            <a:off x="4782312" y="2167128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authentication and order history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26280" y="2724912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22" name="Text 19"/>
          <p:cNvSpPr txBox="1"/>
          <p:nvPr/>
        </p:nvSpPr>
        <p:spPr>
          <a:xfrm>
            <a:off x="4782312" y="2587752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Admin-side product/order handling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3291840"/>
            <a:ext cx="694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26280" y="3657600"/>
            <a:ext cx="881482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26280" y="3657600"/>
            <a:ext cx="88148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544922" y="3657600"/>
            <a:ext cx="791870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544922" y="3657600"/>
            <a:ext cx="79187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73952" y="3657600"/>
            <a:ext cx="881482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73952" y="3657600"/>
            <a:ext cx="88148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92594" y="3657600"/>
            <a:ext cx="881482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2594" y="3657600"/>
            <a:ext cx="88148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26280" y="4297680"/>
            <a:ext cx="6949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09160" y="4498848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4" name="Image 1" descr="/home/claude/pptx/icons/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85" y="4658868"/>
            <a:ext cx="240030" cy="32004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486400" y="44074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LEARNING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0" y="4681728"/>
            <a:ext cx="5852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 to manage multi-step application state (cart, checkout, orders) across frontend and backend layers.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B1730"/>
          </a:solidFill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4 OF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14400" cy="914400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6" name="Image 0" descr="/home/claude/pptx/icons/commentDo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965960"/>
            <a:ext cx="338328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Blog Platform with Comments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461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20440"/>
            <a:ext cx="338328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platform where users can publish blog posts and interact through comments.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594360"/>
            <a:ext cx="694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FEATURES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26280" y="1042416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4" name="Text 11"/>
          <p:cNvSpPr txBox="1"/>
          <p:nvPr/>
        </p:nvSpPr>
        <p:spPr>
          <a:xfrm>
            <a:off x="4782312" y="905256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Create, edit, and publish blog posts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1463040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6" name="Text 13"/>
          <p:cNvSpPr txBox="1"/>
          <p:nvPr/>
        </p:nvSpPr>
        <p:spPr>
          <a:xfrm>
            <a:off x="4782312" y="1325880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post listings and full post pages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26280" y="1883664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18" name="Text 15"/>
          <p:cNvSpPr txBox="1"/>
          <p:nvPr/>
        </p:nvSpPr>
        <p:spPr>
          <a:xfrm>
            <a:off x="4782312" y="1746504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and view comments on each post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26280" y="2304288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20" name="Text 17"/>
          <p:cNvSpPr txBox="1"/>
          <p:nvPr/>
        </p:nvSpPr>
        <p:spPr>
          <a:xfrm>
            <a:off x="4782312" y="2167128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authentication for authors/commenters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26280" y="2724912"/>
            <a:ext cx="82296" cy="82296"/>
          </a:xfrm>
          <a:prstGeom prst="ellipse">
            <a:avLst/>
          </a:prstGeom>
          <a:solidFill>
            <a:srgbClr val="049688"/>
          </a:solidFill>
        </p:spPr>
      </p:sp>
      <p:sp>
        <p:nvSpPr>
          <p:cNvPr id="22" name="Text 19"/>
          <p:cNvSpPr txBox="1"/>
          <p:nvPr/>
        </p:nvSpPr>
        <p:spPr>
          <a:xfrm>
            <a:off x="4782312" y="2587752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reading experience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3291840"/>
            <a:ext cx="694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26280" y="3657600"/>
            <a:ext cx="881482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26280" y="3657600"/>
            <a:ext cx="88148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544922" y="3657600"/>
            <a:ext cx="791870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544922" y="3657600"/>
            <a:ext cx="79187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73952" y="3657600"/>
            <a:ext cx="881482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73952" y="3657600"/>
            <a:ext cx="88148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92594" y="3657600"/>
            <a:ext cx="523037" cy="329184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2594" y="3657600"/>
            <a:ext cx="523037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26280" y="4297680"/>
            <a:ext cx="6949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09160" y="4498848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4" name="Image 1" descr="/home/claude/pptx/icons/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85" y="4658868"/>
            <a:ext cx="240030" cy="32004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486400" y="44074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LEARNING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0" y="4681728"/>
            <a:ext cx="585216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Understood how to model relational data (posts and comments) and manage user-generated content securely.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common architecture pattern followed across all four applications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51076" y="1874520"/>
            <a:ext cx="8686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79676" y="203454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7" name="Image 0" descr="/home/claude/pptx/icons/us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981" y="2171700"/>
            <a:ext cx="24003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756916" y="198424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756916" y="2313432"/>
            <a:ext cx="7498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Interacts with the application through a browser or device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8172" y="2779776"/>
            <a:ext cx="292608" cy="29260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11" name="Image 1" descr="/home/claude/pptx/icons/chevro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009" y="2845613"/>
            <a:ext cx="160934" cy="16093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751076" y="2999232"/>
            <a:ext cx="8686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979676" y="3159252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4" name="Image 2" descr="/home/claude/pptx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36" y="3311414"/>
            <a:ext cx="274320" cy="2443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56916" y="31089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756916" y="3438144"/>
            <a:ext cx="7498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Renders the interface; captures input; displays data (HTML, CSS, JavaScript)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948172" y="3904488"/>
            <a:ext cx="292608" cy="29260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18" name="Image 3" descr="/home/claude/pptx/icons/chevro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009" y="3970325"/>
            <a:ext cx="160934" cy="16093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751076" y="4123944"/>
            <a:ext cx="8686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979676" y="4283964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1" name="Image 4" descr="/home/claude/pptx/icons/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126" y="4421124"/>
            <a:ext cx="20574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756916" y="4233672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/ REST API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2756916" y="4562856"/>
            <a:ext cx="7498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Processes requests; runs application logic; handles authentication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948172" y="5029200"/>
            <a:ext cx="292608" cy="29260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25" name="Image 5" descr="/home/claude/pptx/icons/chevro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009" y="5095037"/>
            <a:ext cx="160934" cy="16093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751076" y="5248656"/>
            <a:ext cx="8686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1979676" y="5408676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8" name="Image 6" descr="/home/claude/pptx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981" y="5545836"/>
            <a:ext cx="240030" cy="2743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2756916" y="5358384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2756916" y="5687568"/>
            <a:ext cx="7498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and retrieves application data persistently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2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Development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B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21284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 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45536" y="2180844"/>
            <a:ext cx="256032" cy="256032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8" name="Image 0" descr="/home/claude/pptx/icons/chevronR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9547" y="2238451"/>
            <a:ext cx="88011" cy="14081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28416" y="160020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65576" y="169164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B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465576" y="2240280"/>
            <a:ext cx="221284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Planning &amp; Design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33872" y="2180844"/>
            <a:ext cx="256032" cy="256032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13" name="Image 1" descr="/home/claude/pptx/icons/chevronR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7883" y="2238451"/>
            <a:ext cx="88011" cy="14081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16752" y="160020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53912" y="169164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B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6153912" y="2240280"/>
            <a:ext cx="221284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Development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522208" y="2180844"/>
            <a:ext cx="256032" cy="256032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18" name="Image 2" descr="/home/claude/pptx/icons/chevronR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219" y="2238451"/>
            <a:ext cx="88011" cy="14081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705088" y="160020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842248" y="169164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B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842248" y="2240280"/>
            <a:ext cx="221284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Development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" y="352044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361188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B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160520"/>
            <a:ext cx="221284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145536" y="4101084"/>
            <a:ext cx="256032" cy="256032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26" name="Image 3" descr="/home/claude/pptx/icons/chevronR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9547" y="4158691"/>
            <a:ext cx="88011" cy="14081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3328416" y="352044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3465576" y="361188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B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3465576" y="4160520"/>
            <a:ext cx="221284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833872" y="4101084"/>
            <a:ext cx="256032" cy="256032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31" name="Image 4" descr="/home/claude/pptx/icons/chevronR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7883" y="4158691"/>
            <a:ext cx="88011" cy="140818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016752" y="352044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153912" y="361188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B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2200" dirty="0"/>
          </a:p>
        </p:txBody>
      </p:sp>
      <p:sp>
        <p:nvSpPr>
          <p:cNvPr id="34" name="Text 27"/>
          <p:cNvSpPr txBox="1"/>
          <p:nvPr/>
        </p:nvSpPr>
        <p:spPr>
          <a:xfrm>
            <a:off x="6153912" y="4160520"/>
            <a:ext cx="221284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8522208" y="4101084"/>
            <a:ext cx="256032" cy="256032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36" name="Image 5" descr="/home/claude/pptx/icons/chevronR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219" y="4158691"/>
            <a:ext cx="88011" cy="140818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8705088" y="352044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8842248" y="361188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B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8842248" y="4160520"/>
            <a:ext cx="2212848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Completion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5788152" y="3136392"/>
            <a:ext cx="256032" cy="256032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41" name="Image 6" descr="/home/claude/pptx/icons/chevro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759" y="3193999"/>
            <a:ext cx="140818" cy="14081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621792" cy="621792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/home/claude/pptx/icons/plu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029968"/>
            <a:ext cx="233172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606040"/>
            <a:ext cx="311810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Frontend–Backend Integration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090672"/>
            <a:ext cx="311810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Connecting the UI correctly with backend endpoints and handling responses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45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74520"/>
            <a:ext cx="621792" cy="621792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1" name="Image 1" descr="/home/claude/pptx/icons/codeBra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599" y="2029968"/>
            <a:ext cx="272034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0288" y="2606040"/>
            <a:ext cx="311810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Connectivity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90288" y="3090672"/>
            <a:ext cx="311810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Ensuring requests, routes, and data formats matched between layers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45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74520"/>
            <a:ext cx="621792" cy="621792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6" name="Image 2" descr="/home/claude/pptx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639" y="2029968"/>
            <a:ext cx="272034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9328" y="2606040"/>
            <a:ext cx="311810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Management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339328" y="3090672"/>
            <a:ext cx="311810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Structuring data models and handling queries correctly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251960"/>
            <a:ext cx="621792" cy="621792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1" name="Image 3" descr="/home/claude/pptx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559" y="4407408"/>
            <a:ext cx="272034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1248" y="4983480"/>
            <a:ext cx="311810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Implementation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41248" y="5468112"/>
            <a:ext cx="311810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 up secure login and protected routes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251960"/>
            <a:ext cx="621792" cy="621792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6" name="Image 4" descr="/home/claude/pptx/icons/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40740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0288" y="4983480"/>
            <a:ext cx="311810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 Errors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590288" y="5468112"/>
            <a:ext cx="311810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Identifying and resolving issues across the stack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51960"/>
            <a:ext cx="621792" cy="621792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1" name="Image 5" descr="/home/claude/pptx/icons/mobile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1070" y="4407408"/>
            <a:ext cx="233172" cy="31089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39328" y="4983480"/>
            <a:ext cx="311810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339328" y="5468112"/>
            <a:ext cx="311810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61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Adjusting layouts to work across different screen sizes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2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Skills Gained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1892808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6" name="Image 0" descr="/home/claude/pptx/icons/layerGro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050042"/>
            <a:ext cx="283464" cy="252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587752"/>
            <a:ext cx="1938528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07792" y="169164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5032" y="1892808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10" name="Image 1" descr="/home/claude/pptx/icons/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64" y="2050042"/>
            <a:ext cx="283464" cy="252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99232" y="2587752"/>
            <a:ext cx="1938528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Development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157216" y="169164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934456" y="1892808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14" name="Image 2" descr="/home/claude/pptx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188" y="203454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48656" y="2587752"/>
            <a:ext cx="1938528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Development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406640" y="169164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83880" y="1892808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18" name="Image 3" descr="/home/claude/pptx/icons/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045" y="2034540"/>
            <a:ext cx="212598" cy="2834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98080" y="2587752"/>
            <a:ext cx="1938528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656064" y="169164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433304" y="1892808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22" name="Image 4" descr="/home/claude/pptx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2753" y="2034540"/>
            <a:ext cx="248031" cy="2834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747504" y="2587752"/>
            <a:ext cx="1938528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Integration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58368" y="3493008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435608" y="3694176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26" name="Image 5" descr="/home/claude/pptx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5056" y="3835908"/>
            <a:ext cx="248031" cy="28346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49808" y="4389120"/>
            <a:ext cx="1938528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2907792" y="3493008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685032" y="3694176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30" name="Image 6" descr="/home/claude/pptx/icons/checkSqu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4481" y="3835908"/>
            <a:ext cx="248031" cy="28346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2999232" y="4389120"/>
            <a:ext cx="1938528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CRUD Operations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157216" y="3493008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934456" y="3694176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34" name="Image 7" descr="/home/claude/pptx/icons/mobileA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1621" y="3835908"/>
            <a:ext cx="212598" cy="28346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248656" y="4389120"/>
            <a:ext cx="1938528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Web Design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7406640" y="3493008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183880" y="3694176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38" name="Image 8" descr="/home/claude/pptx/icons/bu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5612" y="3835908"/>
            <a:ext cx="283464" cy="28346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498080" y="4389120"/>
            <a:ext cx="1938528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9656064" y="3493008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13224A"/>
          </a:solidFill>
          <a:ln w="12700">
            <a:solidFill>
              <a:srgbClr val="2A3A6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10433304" y="3694176"/>
            <a:ext cx="566928" cy="566928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42" name="Image 9" descr="/home/claude/pptx/icons/gitA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92753" y="3835908"/>
            <a:ext cx="248031" cy="283464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9747504" y="4389120"/>
            <a:ext cx="1938528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/ Version Control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49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8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Learning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across four distinct applications — a portfolio site, a task manager, an e-commerce platform, and a blog — provided repeated, varied practice with the same core full stack concepts in different contexts, deepening practical understanding beyond what any single project could offer.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7" name="Image 0" descr="/home/claude/pptx/icons/layerGro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123962"/>
            <a:ext cx="274320" cy="2443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880360"/>
            <a:ext cx="461772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Reinforced full stack concepts through four different real-world use cases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97180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0" name="Image 1" descr="/home/claude/pptx/icons/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123962"/>
            <a:ext cx="274320" cy="2443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0" y="2880360"/>
            <a:ext cx="461772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ability to design clean, usable frontend interfaces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041648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3" name="Image 2" descr="/home/claude/pptx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788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461772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confidence in structuring backend logic and REST APIs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72200" y="4041648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6" name="Image 3" descr="/home/claude/pptx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505" y="4178808"/>
            <a:ext cx="24003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58000" y="3950208"/>
            <a:ext cx="461772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exposure to designing and querying application databases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40080" y="5111496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9" name="Image 4" descr="/home/claude/pptx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385" y="5248656"/>
            <a:ext cx="24003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5020056"/>
            <a:ext cx="461772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 understanding of authentication and access control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172200" y="5111496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2" name="Image 5" descr="/home/claude/pptx/icons/b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5248656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858000" y="5020056"/>
            <a:ext cx="461772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8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Sharper debugging and problem-solving skills across the stack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13224A"/>
          </a:solidFill>
        </p:spPr>
      </p:sp>
      <p:sp>
        <p:nvSpPr>
          <p:cNvPr id="3" name="Shape 1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4" name="Image 0" descr="/home/claude/pptx/icons/quote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360" y="1116482"/>
            <a:ext cx="326441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C2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103327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This Full Stack Development Internship at Thiranex provided valuable, hands-on experience in building complete web applications from the ground up. Working through four distinct projects — a personal portfolio, a task management application, an e-commerce platform, and a blog with comments — strengthened both my technical foundation and my practical problem-solving ability.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77640"/>
            <a:ext cx="9692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AFC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internship bridged the gap between academic learning and real, industry-relevant development practice, and has meaningfully strengthened my readiness for future full stack development work.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Stack Development Internship  |  Priyanshu Bisht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3224A"/>
          </a:solidFill>
        </p:spPr>
      </p:sp>
      <p:sp>
        <p:nvSpPr>
          <p:cNvPr id="3" name="Shape 1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" name="Shape 2"/>
          <p:cNvSpPr/>
          <p:nvPr/>
        </p:nvSpPr>
        <p:spPr>
          <a:xfrm>
            <a:off x="5175504" y="1920240"/>
            <a:ext cx="914400" cy="914400"/>
          </a:xfrm>
          <a:prstGeom prst="ellipse">
            <a:avLst/>
          </a:prstGeom>
          <a:solidFill>
            <a:srgbClr val="00C2B2"/>
          </a:solidFill>
        </p:spPr>
      </p:sp>
      <p:pic>
        <p:nvPicPr>
          <p:cNvPr id="5" name="Image 0" descr="/home/claude/pptx/icons/rock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017520"/>
            <a:ext cx="112745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8862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FC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75504" y="4709160"/>
            <a:ext cx="1828800" cy="0"/>
          </a:xfrm>
          <a:prstGeom prst="line">
            <a:avLst/>
          </a:prstGeom>
          <a:noFill/>
          <a:ln w="25400">
            <a:solidFill>
              <a:srgbClr val="00C2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4892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8B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Priyanshu Bisht  |  B.Tech CSE  | 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6797</Words>
  <Application>WPS Presentation</Application>
  <PresentationFormat>On-screen Show (16:9)</PresentationFormat>
  <Paragraphs>426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Development Internship</dc:title>
  <dc:creator>Priyanshu Bisht</dc:creator>
  <dc:subject>PptxGenJS Presentation</dc:subject>
  <cp:lastModifiedBy>Raj Bisht</cp:lastModifiedBy>
  <cp:revision>3</cp:revision>
  <dcterms:created xsi:type="dcterms:W3CDTF">2026-09-11T11:05:00Z</dcterms:created>
  <dcterms:modified xsi:type="dcterms:W3CDTF">2026-09-11T14:04:59Z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AF84E6727E8C4791B2B8B9C0D6CCF932_13</vt:lpwstr>
  </property>
  <property fmtid="{D5CDD505-2E9C-101B-9397-08002B2CF9AE}" pid="3" name="KSOProductBuildVer">
    <vt:lpwstr>1033-12.1.0.28485</vt:lpwstr>
  </property>
</Properties>
</file>